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 id="2147483785" r:id="rId2"/>
  </p:sldMasterIdLst>
  <p:sldIdLst>
    <p:sldId id="256" r:id="rId3"/>
    <p:sldId id="257" r:id="rId4"/>
    <p:sldId id="263" r:id="rId5"/>
    <p:sldId id="265" r:id="rId6"/>
    <p:sldId id="262" r:id="rId7"/>
    <p:sldId id="266" r:id="rId8"/>
    <p:sldId id="267" r:id="rId9"/>
    <p:sldId id="258"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92022951-0BB7-42C2-81F7-AE2127B82612}"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5392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99309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2935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384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2696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8958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spTree>
    <p:extLst>
      <p:ext uri="{BB962C8B-B14F-4D97-AF65-F5344CB8AC3E}">
        <p14:creationId xmlns:p14="http://schemas.microsoft.com/office/powerpoint/2010/main" val="1381691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8165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64B6CE5-BF82-4F16-A5D5-8F180B5DE0A0}"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endParaRPr kumimoji="1" lang="ja-JP" altLang="en-US"/>
          </a:p>
        </p:txBody>
      </p:sp>
      <p:sp>
        <p:nvSpPr>
          <p:cNvPr id="7" name="Slide Number Placeholder 6"/>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7134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9146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2022951-0BB7-42C2-81F7-AE2127B82612}"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7780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E7262A6B-A9BF-415C-95BC-485150B5C7A2}"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7778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0343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38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7605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9717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09838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spTree>
    <p:extLst>
      <p:ext uri="{BB962C8B-B14F-4D97-AF65-F5344CB8AC3E}">
        <p14:creationId xmlns:p14="http://schemas.microsoft.com/office/powerpoint/2010/main" val="192229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104164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773492E-B725-4AD4-8507-6486DCF1A1BA}" type="datetimeFigureOut">
              <a:rPr kumimoji="1" lang="ja-JP" altLang="en-US" smtClean="0"/>
              <a:t>2023/9/11</a:t>
            </a:fld>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endParaRPr kumimoji="1" lang="ja-JP" altLang="en-US"/>
          </a:p>
        </p:txBody>
      </p:sp>
      <p:sp>
        <p:nvSpPr>
          <p:cNvPr id="7" name="Slide Number Placeholder 6"/>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0084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7417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262A6B-A9BF-415C-95BC-485150B5C7A2}"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926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64B6CE5-BF82-4F16-A5D5-8F180B5DE0A0}" type="datetimeFigureOut">
              <a:rPr kumimoji="1" lang="ja-JP" altLang="en-US" smtClean="0"/>
              <a:t>2023/9/11</a:t>
            </a:fld>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2022951-0BB7-42C2-81F7-AE2127B82612}"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578476"/>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773492E-B725-4AD4-8507-6486DCF1A1BA}" type="datetimeFigureOut">
              <a:rPr kumimoji="1" lang="ja-JP" altLang="en-US" smtClean="0"/>
              <a:t>2023/9/11</a:t>
            </a:fld>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7262A6B-A9BF-415C-95BC-485150B5C7A2}"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475026"/>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21198-0F39-AAE7-4D75-CE0D67C6A8CA}"/>
              </a:ext>
            </a:extLst>
          </p:cNvPr>
          <p:cNvSpPr>
            <a:spLocks noGrp="1"/>
          </p:cNvSpPr>
          <p:nvPr>
            <p:ph type="ctrTitle"/>
          </p:nvPr>
        </p:nvSpPr>
        <p:spPr>
          <a:xfrm>
            <a:off x="1524000" y="1122363"/>
            <a:ext cx="9144000" cy="1655762"/>
          </a:xfrm>
        </p:spPr>
        <p:txBody>
          <a:bodyPr/>
          <a:lstStyle/>
          <a:p>
            <a:pPr algn="ctr"/>
            <a:r>
              <a:rPr kumimoji="1" lang="ja-JP" altLang="en-US" dirty="0"/>
              <a:t>７班</a:t>
            </a:r>
            <a:r>
              <a:rPr kumimoji="1" lang="en-US" altLang="ja-JP" dirty="0"/>
              <a:t>	</a:t>
            </a:r>
            <a:endParaRPr kumimoji="1" lang="ja-JP" altLang="en-US" dirty="0"/>
          </a:p>
        </p:txBody>
      </p:sp>
      <p:sp>
        <p:nvSpPr>
          <p:cNvPr id="3" name="字幕 2">
            <a:extLst>
              <a:ext uri="{FF2B5EF4-FFF2-40B4-BE49-F238E27FC236}">
                <a16:creationId xmlns:a16="http://schemas.microsoft.com/office/drawing/2014/main" id="{0CCD22CE-A90B-E549-AF2A-FBBC4BDF2789}"/>
              </a:ext>
            </a:extLst>
          </p:cNvPr>
          <p:cNvSpPr>
            <a:spLocks noGrp="1"/>
          </p:cNvSpPr>
          <p:nvPr>
            <p:ph type="subTitle" idx="1"/>
          </p:nvPr>
        </p:nvSpPr>
        <p:spPr>
          <a:xfrm>
            <a:off x="1524000" y="2972859"/>
            <a:ext cx="9144000" cy="1655762"/>
          </a:xfrm>
        </p:spPr>
        <p:txBody>
          <a:bodyPr>
            <a:normAutofit/>
          </a:bodyPr>
          <a:lstStyle/>
          <a:p>
            <a:pPr algn="ctr"/>
            <a:r>
              <a:rPr lang="ja-JP" altLang="en-US" sz="3200" dirty="0"/>
              <a:t>～匿名</a:t>
            </a:r>
            <a:r>
              <a:rPr kumimoji="1" lang="en-US" altLang="ja-JP" sz="3200" dirty="0"/>
              <a:t>SNS</a:t>
            </a:r>
            <a:r>
              <a:rPr kumimoji="1" lang="ja-JP" altLang="en-US" sz="3200" dirty="0"/>
              <a:t>の作成～</a:t>
            </a:r>
            <a:endParaRPr kumimoji="1" lang="en-US" altLang="ja-JP" sz="3200" dirty="0"/>
          </a:p>
          <a:p>
            <a:endParaRPr kumimoji="1" lang="ja-JP" altLang="en-US" dirty="0"/>
          </a:p>
        </p:txBody>
      </p:sp>
      <p:sp>
        <p:nvSpPr>
          <p:cNvPr id="5" name="テキスト ボックス 4">
            <a:extLst>
              <a:ext uri="{FF2B5EF4-FFF2-40B4-BE49-F238E27FC236}">
                <a16:creationId xmlns:a16="http://schemas.microsoft.com/office/drawing/2014/main" id="{AB867933-0C6E-FFAD-B415-C21AEAC6FAED}"/>
              </a:ext>
            </a:extLst>
          </p:cNvPr>
          <p:cNvSpPr txBox="1"/>
          <p:nvPr/>
        </p:nvSpPr>
        <p:spPr>
          <a:xfrm flipH="1">
            <a:off x="3085672" y="4229100"/>
            <a:ext cx="6020656" cy="1384995"/>
          </a:xfrm>
          <a:prstGeom prst="rect">
            <a:avLst/>
          </a:prstGeom>
          <a:noFill/>
        </p:spPr>
        <p:txBody>
          <a:bodyPr wrap="square" rtlCol="0">
            <a:spAutoFit/>
          </a:bodyPr>
          <a:lstStyle/>
          <a:p>
            <a:pPr algn="ctr"/>
            <a:r>
              <a:rPr kumimoji="1" lang="ja-JP" altLang="en-US" sz="2800" dirty="0"/>
              <a:t>鈴木理功</a:t>
            </a:r>
            <a:endParaRPr kumimoji="1" lang="en-US" altLang="ja-JP" sz="2800" dirty="0"/>
          </a:p>
          <a:p>
            <a:pPr algn="ctr"/>
            <a:r>
              <a:rPr lang="ja-JP" altLang="en-US" sz="2800" dirty="0"/>
              <a:t>山田拓</a:t>
            </a:r>
            <a:endParaRPr lang="en-US" altLang="ja-JP" sz="2800" dirty="0"/>
          </a:p>
          <a:p>
            <a:pPr algn="ctr"/>
            <a:r>
              <a:rPr kumimoji="1" lang="en-US" altLang="ja-JP" sz="2800" dirty="0"/>
              <a:t>NGUYEN THE PHONG</a:t>
            </a:r>
            <a:endParaRPr kumimoji="1" lang="ja-JP" altLang="en-US" sz="2800" dirty="0"/>
          </a:p>
        </p:txBody>
      </p:sp>
    </p:spTree>
    <p:extLst>
      <p:ext uri="{BB962C8B-B14F-4D97-AF65-F5344CB8AC3E}">
        <p14:creationId xmlns:p14="http://schemas.microsoft.com/office/powerpoint/2010/main" val="2451920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fontScale="90000"/>
          </a:bodyPr>
          <a:lstStyle/>
          <a:p>
            <a:r>
              <a:rPr lang="ja-JP" altLang="en-US" sz="4000" b="0" i="0" dirty="0">
                <a:effectLst/>
                <a:latin typeface="Courier New" panose="02070309020205020404" pitchFamily="49" charset="0"/>
              </a:rPr>
              <a:t>作ったものの目的／背景、解決したい課題</a:t>
            </a:r>
            <a:endParaRPr kumimoji="1" lang="ja-JP" altLang="en-US" sz="4000" dirty="0"/>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lstStyle/>
          <a:p>
            <a:r>
              <a:rPr kumimoji="1" lang="ja-JP" altLang="en-US" dirty="0"/>
              <a:t>匿名のアカウントを作成し投稿を行い、その投稿にいいねとコメントをしてもらうこと</a:t>
            </a:r>
            <a:r>
              <a:rPr lang="ja-JP" altLang="en-US" dirty="0"/>
              <a:t>で匿名での</a:t>
            </a:r>
            <a:r>
              <a:rPr kumimoji="1" lang="ja-JP" altLang="en-US" dirty="0"/>
              <a:t>不特定多数への情報発信といいね、コメントによるその投稿への反応を知ることによる情報収集。</a:t>
            </a:r>
            <a:endParaRPr kumimoji="1" lang="en-US" altLang="ja-JP" dirty="0"/>
          </a:p>
          <a:p>
            <a:r>
              <a:rPr kumimoji="1" lang="ja-JP" altLang="en-US" dirty="0"/>
              <a:t>いいねやコメントで匿名で様々な人とコミュニケーションを取ること。</a:t>
            </a:r>
            <a:endParaRPr kumimoji="1" lang="en-US" altLang="ja-JP" dirty="0"/>
          </a:p>
          <a:p>
            <a:r>
              <a:rPr kumimoji="1" lang="ja-JP" altLang="en-US" dirty="0"/>
              <a:t>写真や文章を投稿することで日常の思い出を共有、記録することを目的とする。</a:t>
            </a:r>
          </a:p>
        </p:txBody>
      </p:sp>
    </p:spTree>
    <p:extLst>
      <p:ext uri="{BB962C8B-B14F-4D97-AF65-F5344CB8AC3E}">
        <p14:creationId xmlns:p14="http://schemas.microsoft.com/office/powerpoint/2010/main" val="836613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kumimoji="1" lang="ja-JP" altLang="en-US" sz="4000" dirty="0"/>
              <a:t>困ったこと、苦労したこと</a:t>
            </a:r>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normAutofit fontScale="92500" lnSpcReduction="20000"/>
          </a:bodyPr>
          <a:lstStyle/>
          <a:p>
            <a:r>
              <a:rPr kumimoji="1" lang="ja-JP" altLang="en-US" sz="2800" dirty="0"/>
              <a:t>いざ作ってみると設計書の通りには行かなかった</a:t>
            </a:r>
          </a:p>
          <a:p>
            <a:endParaRPr lang="en-US" altLang="ja-JP" sz="2800" dirty="0"/>
          </a:p>
          <a:p>
            <a:r>
              <a:rPr kumimoji="1" lang="ja-JP" altLang="en-US" sz="2800" dirty="0"/>
              <a:t>厳密な設計書がまだ作れないため、それを補うためにグループでたくさん相談した</a:t>
            </a:r>
            <a:endParaRPr kumimoji="1" lang="en-US" altLang="ja-JP" sz="2800" dirty="0"/>
          </a:p>
          <a:p>
            <a:endParaRPr kumimoji="1" lang="en-US" altLang="ja-JP" sz="2800" dirty="0"/>
          </a:p>
          <a:p>
            <a:r>
              <a:rPr kumimoji="1" lang="ja-JP" altLang="en-US" sz="2800" dirty="0"/>
              <a:t>他人の意見が理解できなかったり、自分の言いたいことがうまく説明できなかったりすることがあった</a:t>
            </a:r>
          </a:p>
        </p:txBody>
      </p:sp>
    </p:spTree>
    <p:extLst>
      <p:ext uri="{BB962C8B-B14F-4D97-AF65-F5344CB8AC3E}">
        <p14:creationId xmlns:p14="http://schemas.microsoft.com/office/powerpoint/2010/main" val="4163261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kumimoji="1" lang="ja-JP" altLang="en-US" sz="4000" dirty="0"/>
              <a:t>困ったこと、苦労したこと</a:t>
            </a:r>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normAutofit fontScale="62500" lnSpcReduction="20000"/>
          </a:bodyPr>
          <a:lstStyle/>
          <a:p>
            <a:r>
              <a:rPr lang="en-US" altLang="ja-JP" sz="2800" dirty="0"/>
              <a:t>HTML</a:t>
            </a:r>
            <a:r>
              <a:rPr lang="ja-JP" altLang="en-US" sz="2800" dirty="0"/>
              <a:t>、</a:t>
            </a:r>
            <a:r>
              <a:rPr lang="en-US" altLang="ja-JP" sz="2800" dirty="0"/>
              <a:t>JavaScript</a:t>
            </a:r>
            <a:r>
              <a:rPr lang="ja-JP" altLang="en-US" sz="2800" dirty="0"/>
              <a:t>、</a:t>
            </a:r>
            <a:r>
              <a:rPr lang="en-US" altLang="ja-JP" sz="2800" dirty="0"/>
              <a:t>CSS</a:t>
            </a:r>
            <a:r>
              <a:rPr lang="ja-JP" altLang="en-US" sz="2800" dirty="0"/>
              <a:t>はどれも触ったことがなかったため細かな文法や変数の書き方のミスになかなか気づくことができなかった</a:t>
            </a:r>
            <a:endParaRPr lang="en-US" altLang="ja-JP" sz="2800" dirty="0"/>
          </a:p>
          <a:p>
            <a:endParaRPr lang="ja-JP" altLang="en-US" sz="2800" dirty="0"/>
          </a:p>
          <a:p>
            <a:r>
              <a:rPr kumimoji="1" lang="ja-JP" altLang="en-US" sz="2800" dirty="0"/>
              <a:t>勉強しながらコードを書いていたので、後になってからもっと良い</a:t>
            </a:r>
            <a:r>
              <a:rPr lang="ja-JP" altLang="en-US" sz="2800" dirty="0"/>
              <a:t>方法があることに気付いてコードを書き直しすることが多かった</a:t>
            </a:r>
            <a:endParaRPr lang="en-US" altLang="ja-JP" sz="2800" dirty="0"/>
          </a:p>
          <a:p>
            <a:endParaRPr kumimoji="1" lang="en-US" altLang="ja-JP" sz="2800" dirty="0"/>
          </a:p>
          <a:p>
            <a:r>
              <a:rPr kumimoji="1" lang="ja-JP" altLang="en-US" sz="2800" dirty="0"/>
              <a:t>画像をアップロードする際に</a:t>
            </a:r>
            <a:r>
              <a:rPr kumimoji="1" lang="en-US" altLang="ja-JP" sz="2800" dirty="0"/>
              <a:t>form</a:t>
            </a:r>
            <a:r>
              <a:rPr kumimoji="1" lang="ja-JP" altLang="en-US" sz="2800" dirty="0"/>
              <a:t>タグで</a:t>
            </a:r>
            <a:r>
              <a:rPr kumimoji="1" lang="en-US" altLang="ja-JP" sz="2800" dirty="0"/>
              <a:t>submit</a:t>
            </a:r>
            <a:r>
              <a:rPr kumimoji="1" lang="ja-JP" altLang="en-US" sz="2800" dirty="0"/>
              <a:t>しようとするとバックエンド側のページに飛び、アップロード以降の処理が行えなくなってしまった</a:t>
            </a:r>
            <a:endParaRPr kumimoji="1" lang="en-US" altLang="ja-JP" sz="2800" dirty="0"/>
          </a:p>
          <a:p>
            <a:pPr marL="0" indent="0">
              <a:buNone/>
            </a:pPr>
            <a:r>
              <a:rPr lang="ja-JP" altLang="en-US" dirty="0"/>
              <a:t>  </a:t>
            </a:r>
            <a:r>
              <a:rPr lang="ja-JP" altLang="en-US" sz="2800" dirty="0"/>
              <a:t>→</a:t>
            </a:r>
            <a:r>
              <a:rPr kumimoji="1" lang="en-US" altLang="ja-JP" sz="2800" dirty="0"/>
              <a:t>fetch</a:t>
            </a:r>
            <a:r>
              <a:rPr kumimoji="1" lang="ja-JP" altLang="en-US" sz="2800" dirty="0"/>
              <a:t>で画像ファイルを送れるようにした</a:t>
            </a:r>
          </a:p>
        </p:txBody>
      </p:sp>
    </p:spTree>
    <p:extLst>
      <p:ext uri="{BB962C8B-B14F-4D97-AF65-F5344CB8AC3E}">
        <p14:creationId xmlns:p14="http://schemas.microsoft.com/office/powerpoint/2010/main" val="412350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kumimoji="1" lang="ja-JP" altLang="en-US" sz="4000" dirty="0"/>
              <a:t>工夫したこと、アピールポイント</a:t>
            </a:r>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normAutofit fontScale="92500" lnSpcReduction="20000"/>
          </a:bodyPr>
          <a:lstStyle/>
          <a:p>
            <a:r>
              <a:rPr kumimoji="1" lang="ja-JP" altLang="en-US" sz="2800" dirty="0"/>
              <a:t>入力フォームに入力されていない部分があればサーバに送信する前に警告を表示し入力させるようにした</a:t>
            </a:r>
            <a:endParaRPr kumimoji="1" lang="en-US" altLang="ja-JP" sz="2800" dirty="0"/>
          </a:p>
          <a:p>
            <a:r>
              <a:rPr kumimoji="1" lang="ja-JP" altLang="en-US" sz="2800" dirty="0"/>
              <a:t>パスワードを変更する際は２回入力させ、違っていたらサーバに送信する前に再入力させた</a:t>
            </a:r>
            <a:endParaRPr kumimoji="1" lang="en-US" altLang="ja-JP" sz="2800" dirty="0"/>
          </a:p>
          <a:p>
            <a:r>
              <a:rPr lang="en-US" altLang="ja-JP" sz="2800" dirty="0"/>
              <a:t>UI</a:t>
            </a:r>
            <a:r>
              <a:rPr lang="ja-JP" altLang="en-US" sz="2800" dirty="0"/>
              <a:t>コンポーネントを活用して見た目を整えた</a:t>
            </a:r>
            <a:endParaRPr lang="en-US" altLang="ja-JP" sz="2800" dirty="0"/>
          </a:p>
          <a:p>
            <a:r>
              <a:rPr kumimoji="1" lang="ja-JP" altLang="en-US" sz="2800" dirty="0"/>
              <a:t>バックエンドで</a:t>
            </a:r>
            <a:r>
              <a:rPr kumimoji="1" lang="en-US" altLang="ja-JP" sz="2800" dirty="0"/>
              <a:t>Sqlite3</a:t>
            </a:r>
            <a:r>
              <a:rPr kumimoji="1" lang="ja-JP" altLang="en-US" sz="2800" dirty="0"/>
              <a:t>を使って、実践的なデータベースを作った</a:t>
            </a:r>
          </a:p>
          <a:p>
            <a:endParaRPr kumimoji="1" lang="en-US" altLang="ja-JP" sz="2800" dirty="0"/>
          </a:p>
        </p:txBody>
      </p:sp>
    </p:spTree>
    <p:extLst>
      <p:ext uri="{BB962C8B-B14F-4D97-AF65-F5344CB8AC3E}">
        <p14:creationId xmlns:p14="http://schemas.microsoft.com/office/powerpoint/2010/main" val="282338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0CCD22CE-A90B-E549-AF2A-FBBC4BDF2789}"/>
              </a:ext>
            </a:extLst>
          </p:cNvPr>
          <p:cNvSpPr>
            <a:spLocks noGrp="1"/>
          </p:cNvSpPr>
          <p:nvPr>
            <p:ph type="subTitle" idx="1"/>
          </p:nvPr>
        </p:nvSpPr>
        <p:spPr>
          <a:xfrm>
            <a:off x="1524000" y="1801019"/>
            <a:ext cx="9144000" cy="1655762"/>
          </a:xfrm>
        </p:spPr>
        <p:txBody>
          <a:bodyPr>
            <a:normAutofit lnSpcReduction="10000"/>
          </a:bodyPr>
          <a:lstStyle/>
          <a:p>
            <a:pPr algn="ctr"/>
            <a:r>
              <a:rPr lang="ja-JP" altLang="en-US" sz="8800" dirty="0"/>
              <a:t>所感</a:t>
            </a:r>
            <a:endParaRPr kumimoji="1" lang="ja-JP" altLang="en-US" dirty="0"/>
          </a:p>
        </p:txBody>
      </p:sp>
    </p:spTree>
    <p:extLst>
      <p:ext uri="{BB962C8B-B14F-4D97-AF65-F5344CB8AC3E}">
        <p14:creationId xmlns:p14="http://schemas.microsoft.com/office/powerpoint/2010/main" val="364326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kumimoji="1" lang="ja-JP" altLang="en-US" sz="4000" dirty="0"/>
              <a:t>鈴木理功</a:t>
            </a:r>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lstStyle/>
          <a:p>
            <a:pPr marL="0" indent="0">
              <a:buNone/>
            </a:pPr>
            <a:r>
              <a:rPr lang="ja-JP" altLang="en-US" dirty="0"/>
              <a:t>返り値や変数の引渡しなどの細かいミスがあり、予め設計書で決めておくことの重要さを理解できた。複数人で開発を行うことがあまり無いので時間を決めて集まったり、構造について話し合ったりと複数人ならではの苦労や楽しさが感じられた。</a:t>
            </a:r>
            <a:endParaRPr lang="en-US" dirty="0"/>
          </a:p>
          <a:p>
            <a:endParaRPr kumimoji="1" lang="ja-JP" altLang="en-US" dirty="0"/>
          </a:p>
        </p:txBody>
      </p:sp>
    </p:spTree>
    <p:extLst>
      <p:ext uri="{BB962C8B-B14F-4D97-AF65-F5344CB8AC3E}">
        <p14:creationId xmlns:p14="http://schemas.microsoft.com/office/powerpoint/2010/main" val="947682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lang="ja-JP" altLang="en-US" sz="4000" dirty="0"/>
              <a:t>山田拓</a:t>
            </a:r>
            <a:endParaRPr kumimoji="1" lang="ja-JP" altLang="en-US" sz="4000" dirty="0"/>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lstStyle/>
          <a:p>
            <a:pPr marL="0" indent="0">
              <a:buNone/>
            </a:pPr>
            <a:r>
              <a:rPr lang="ja-JP" altLang="en-US" dirty="0"/>
              <a:t>フロントエンド開発も共同開発もあまりやったことがなかったので、本演習を通じてその楽しさや難しさを少しでも経験することができて良かった。</a:t>
            </a:r>
            <a:endParaRPr lang="en-US" dirty="0"/>
          </a:p>
        </p:txBody>
      </p:sp>
    </p:spTree>
    <p:extLst>
      <p:ext uri="{BB962C8B-B14F-4D97-AF65-F5344CB8AC3E}">
        <p14:creationId xmlns:p14="http://schemas.microsoft.com/office/powerpoint/2010/main" val="2378071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4CF45-6DB1-3C54-37F6-986C3D909F53}"/>
              </a:ext>
            </a:extLst>
          </p:cNvPr>
          <p:cNvSpPr>
            <a:spLocks noGrp="1"/>
          </p:cNvSpPr>
          <p:nvPr>
            <p:ph type="title"/>
          </p:nvPr>
        </p:nvSpPr>
        <p:spPr/>
        <p:txBody>
          <a:bodyPr>
            <a:normAutofit/>
          </a:bodyPr>
          <a:lstStyle/>
          <a:p>
            <a:r>
              <a:rPr kumimoji="1" lang="en-US" altLang="ja-JP" sz="4000" dirty="0">
                <a:latin typeface="Yu Gothic Light (Headings)"/>
              </a:rPr>
              <a:t>NGUYEN THE PHONG</a:t>
            </a:r>
            <a:endParaRPr kumimoji="1" lang="ja-JP" altLang="en-US" sz="4000" dirty="0">
              <a:latin typeface="Yu Gothic Light (Headings)"/>
            </a:endParaRPr>
          </a:p>
        </p:txBody>
      </p:sp>
      <p:sp>
        <p:nvSpPr>
          <p:cNvPr id="3" name="コンテンツ プレースホルダー 2">
            <a:extLst>
              <a:ext uri="{FF2B5EF4-FFF2-40B4-BE49-F238E27FC236}">
                <a16:creationId xmlns:a16="http://schemas.microsoft.com/office/drawing/2014/main" id="{AE3F21C3-546A-B623-FDF0-058A876BB5A5}"/>
              </a:ext>
            </a:extLst>
          </p:cNvPr>
          <p:cNvSpPr>
            <a:spLocks noGrp="1"/>
          </p:cNvSpPr>
          <p:nvPr>
            <p:ph idx="1"/>
          </p:nvPr>
        </p:nvSpPr>
        <p:spPr/>
        <p:txBody>
          <a:bodyPr/>
          <a:lstStyle/>
          <a:p>
            <a:pPr marL="0" indent="0">
              <a:buNone/>
            </a:pPr>
            <a:r>
              <a:rPr lang="ja-JP" altLang="en-US" dirty="0"/>
              <a:t>共同開発が思ったより難しかった。開発の時に設計書を厳密に作ることがまだできていないため、他の人とのギャップが多かった。要件定義や機能定義をちゃんとして、よい設計書を作ることが開発に大きな影響を及ぼすことがわかってきた。授業を通して共同開発を体験することができよかったと思う。</a:t>
            </a:r>
            <a:endParaRPr lang="en-US" dirty="0"/>
          </a:p>
        </p:txBody>
      </p:sp>
    </p:spTree>
    <p:extLst>
      <p:ext uri="{BB962C8B-B14F-4D97-AF65-F5344CB8AC3E}">
        <p14:creationId xmlns:p14="http://schemas.microsoft.com/office/powerpoint/2010/main" val="3645995620"/>
      </p:ext>
    </p:extLst>
  </p:cSld>
  <p:clrMapOvr>
    <a:masterClrMapping/>
  </p:clrMapOvr>
</p:sld>
</file>

<file path=ppt/theme/theme1.xml><?xml version="1.0" encoding="utf-8"?>
<a:theme xmlns:a="http://schemas.openxmlformats.org/drawingml/2006/main" name="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1_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TM10001114[[fn=ギャラリー]]</Template>
  <TotalTime>5</TotalTime>
  <Words>503</Words>
  <Application>Microsoft Office PowerPoint</Application>
  <PresentationFormat>Widescreen</PresentationFormat>
  <Paragraphs>34</Paragraphs>
  <Slides>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Yu Gothic Light (Headings)</vt:lpstr>
      <vt:lpstr>Arial</vt:lpstr>
      <vt:lpstr>Courier New</vt:lpstr>
      <vt:lpstr>Gill Sans MT</vt:lpstr>
      <vt:lpstr>ギャラリー</vt:lpstr>
      <vt:lpstr>1_ギャラリー</vt:lpstr>
      <vt:lpstr>７班 </vt:lpstr>
      <vt:lpstr>作ったものの目的／背景、解決したい課題</vt:lpstr>
      <vt:lpstr>困ったこと、苦労したこと</vt:lpstr>
      <vt:lpstr>困ったこと、苦労したこと</vt:lpstr>
      <vt:lpstr>工夫したこと、アピールポイント</vt:lpstr>
      <vt:lpstr>PowerPoint Presentation</vt:lpstr>
      <vt:lpstr>鈴木理功</vt:lpstr>
      <vt:lpstr>山田拓</vt:lpstr>
      <vt:lpstr>NGUYEN THE PHONG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７班</dc:title>
  <dc:creator>鈴木 理功</dc:creator>
  <cp:lastModifiedBy>NGUYEN THE PHONG</cp:lastModifiedBy>
  <cp:revision>3</cp:revision>
  <dcterms:created xsi:type="dcterms:W3CDTF">2023-09-08T09:56:16Z</dcterms:created>
  <dcterms:modified xsi:type="dcterms:W3CDTF">2023-09-11T04:34:50Z</dcterms:modified>
</cp:coreProperties>
</file>